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告警趋势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alarm_count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34.0</c:v>
              </c:pt>
              <c:pt idx="1">
                <c:v>23.0</c:v>
              </c:pt>
              <c:pt idx="2">
                <c:v>27.0</c:v>
              </c:pt>
              <c:pt idx="3">
                <c:v>18.0</c:v>
              </c:pt>
              <c:pt idx="4">
                <c:v>30.0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alarm_count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时延趋势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latency_ms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22.0</c:v>
              </c:pt>
              <c:pt idx="1">
                <c:v>24.0</c:v>
              </c:pt>
              <c:pt idx="2">
                <c:v>27.0</c:v>
              </c:pt>
              <c:pt idx="3">
                <c:v>23.0</c:v>
              </c:pt>
              <c:pt idx="4">
                <c:v>29.0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Latency(ms)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Relationship Id="rId3" Target="../charts/chart2.xml" Type="http://schemas.openxmlformats.org/officeDocument/2006/relationships/char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运维总览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457200" y="330200"/>
            <a:ext cx="406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800" b="true">
                <a:solidFill>
                  <a:srgbClr val="1F2937"/>
                </a:solidFill>
                <a:ea typeface="Source Sans 3"/>
              </a:rPr>
              <a:t>运维复盘汇报</a:t>
            </a:r>
          </a:p>
        </p:txBody>
      </p:sp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457200" y="1219200"/>
          <a:ext cx="5461000" cy="31750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6" id="6"/>
          <p:cNvGraphicFramePr>
            <a:graphicFrameLocks noGrp="true"/>
          </p:cNvGraphicFramePr>
          <p:nvPr/>
        </p:nvGraphicFramePr>
        <p:xfrm>
          <a:off x="6248400" y="1219200"/>
          <a:ext cx="5461000" cy="31750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行动项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508000" y="330200"/>
            <a:ext cx="406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600" b="true">
                <a:solidFill>
                  <a:srgbClr val="1F2937"/>
                </a:solidFill>
                <a:ea typeface="Source Sans 3"/>
              </a:rPr>
              <a:t>下周行动项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508000" y="1270000"/>
            <a:ext cx="11176000" cy="3302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latin typeface="Source Sans 3"/>
              </a:rPr>
              <a:t>1) 关键链路补容
2) 统一告警降噪策略
3) 增加回滚演练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