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错误QPS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err_qps</c:v>
          </c:tx>
          <c:cat>
            <c:strLit>
              <c:ptCount val="5"/>
              <c:pt idx="0">
                <c:v>10:00</c:v>
              </c:pt>
              <c:pt idx="1">
                <c:v>10:05</c:v>
              </c:pt>
              <c:pt idx="2">
                <c:v>10:10</c:v>
              </c:pt>
              <c:pt idx="3">
                <c:v>10:15</c:v>
              </c:pt>
              <c:pt idx="4">
                <c:v>10:20</c:v>
              </c:pt>
            </c:strLit>
          </c:cat>
          <c:val>
            <c:numLit>
              <c:ptCount val="5"/>
              <c:pt idx="0">
                <c:v>45.0</c:v>
              </c:pt>
              <c:pt idx="1">
                <c:v>90.0</c:v>
              </c:pt>
              <c:pt idx="2">
                <c:v>130.0</c:v>
              </c:pt>
              <c:pt idx="3">
                <c:v>82.0</c:v>
              </c:pt>
              <c:pt idx="4">
                <c:v>36.0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minute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故障通报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457200" y="330200"/>
            <a:ext cx="457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800" b="true">
                <a:solidFill>
                  <a:srgbClr val="1F2937"/>
                </a:solidFill>
                <a:ea typeface="Source Sans 3"/>
              </a:rPr>
              <a:t>华北区域故障通报</a:t>
            </a:r>
          </a:p>
        </p:txBody>
      </p:sp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57200" y="1219200"/>
          <a:ext cx="5461000" cy="3175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6" id="6"/>
          <p:cNvSpPr txBox="true"/>
          <p:nvPr/>
        </p:nvSpPr>
        <p:spPr>
          <a:xfrm>
            <a:off x="6350000" y="1219200"/>
            <a:ext cx="5334000" cy="3175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影响：支付成功率下降\n处置：10:12 限流 + 10:18 回滚\n状态：已恢复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