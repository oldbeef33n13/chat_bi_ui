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drawingml.chart+xml" PartName="/ppt/charts/chart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1.xlsx" Type="http://schemas.openxmlformats.org/officeDocument/2006/relationships/package"/></Relationships>
</file>

<file path=ppt/charts/_rels/chart2.xml.rels><?xml version="1.0" encoding="UTF-8" standalone="yes"?><Relationships xmlns="http://schemas.openxmlformats.org/package/2006/relationships"><Relationship Id="rId1" Target="../embeddings/Microsoft_Excel_Worksheet2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GMV 趋势</a:t>
            </a:r>
            <a:endParaRPr lang="en-US" sz="1100"/>
          </a:p>
        </c:rich>
      </c:tx>
      <c:layout/>
      <c:overlay val="false"/>
    </c:title>
    <c:plotArea>
      <c:lineChart>
        <c:ser>
          <c:idx val="0"/>
          <c:order val="0"/>
          <c:tx>
            <c:v>APP</c:v>
          </c:tx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ptCount val="3"/>
              <c:pt idx="0">
                <c:v>120.0</c:v>
              </c:pt>
              <c:pt idx="1">
                <c:v>132.0</c:v>
              </c:pt>
              <c:pt idx="2">
                <c:v>146.0</c:v>
              </c:pt>
            </c:numLit>
          </c:val>
        </c:ser>
        <c:ser>
          <c:idx val="1"/>
          <c:order val="1"/>
          <c:tx>
            <c:v>Web</c:v>
          </c:tx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ptCount val="3"/>
              <c:pt idx="0">
                <c:v>82.0</c:v>
              </c:pt>
              <c:pt idx="1">
                <c:v>90.0</c:v>
              </c:pt>
              <c:pt idx="2">
                <c:v>98.0</c:v>
              </c:pt>
            </c:numLit>
          </c:val>
        </c:ser>
        <c:axId val="0"/>
        <c:axId val="1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month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gmv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渠道占比</a:t>
            </a:r>
            <a:endParaRPr lang="en-US" sz="1100"/>
          </a:p>
        </c:rich>
      </c:tx>
      <c:layout/>
      <c:overlay val="false"/>
    </c:title>
    <c:plotArea>
      <c:pieChart>
        <c:ser>
          <c:idx val="0"/>
          <c:order val="0"/>
          <c:tx>
            <c:v>gmv</c:v>
          </c:tx>
          <c:cat>
            <c:strLit>
              <c:ptCount val="2"/>
              <c:pt idx="0">
                <c:v>APP</c:v>
              </c:pt>
              <c:pt idx="1">
                <c:v>Web</c:v>
              </c:pt>
            </c:strLit>
          </c:cat>
          <c:val>
            <c:numLit>
              <c:ptCount val="2"/>
              <c:pt idx="0">
                <c:v>146.0</c:v>
              </c:pt>
              <c:pt idx="1">
                <c:v>98.0</c:v>
              </c:pt>
            </c:numLit>
          </c:val>
        </c:ser>
      </c:pieChart>
    </c:plotArea>
    <c:legend>
      <c:legendPos val="t"/>
      <c:overlay val="false"/>
    </c:legend>
  </c:chart>
  <c:externalData r:id="rId1"/>
</c:chartSpac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1.xml" Type="http://schemas.openxmlformats.org/officeDocument/2006/relationships/chart"/><Relationship Id="rId3" Target="../charts/chart2.xml" Type="http://schemas.openxmlformats.org/officeDocument/2006/relationships/chart"/></Relationships>
</file>

<file path=ppt/slides/slide1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季度经营增长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457200" y="304800"/>
            <a:ext cx="4572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800" b="true">
                <a:solidFill>
                  <a:srgbClr val="1F2937"/>
                </a:solidFill>
                <a:ea typeface="Source Sans 3"/>
              </a:rPr>
              <a:t>季度经营增长</a:t>
            </a:r>
          </a:p>
        </p:txBody>
      </p:sp>
      <p:graphicFrame>
        <p:nvGraphicFramePr>
          <p:cNvPr name="Chart 5" id="5"/>
          <p:cNvGraphicFramePr>
            <a:graphicFrameLocks noGrp="true"/>
          </p:cNvGraphicFramePr>
          <p:nvPr/>
        </p:nvGraphicFramePr>
        <p:xfrm>
          <a:off x="457200" y="1168400"/>
          <a:ext cx="5461000" cy="3302000"/>
        </p:xfrm>
        <a:graphic>
          <a:graphicData uri="http://schemas.openxmlformats.org/drawingml/2006/chart">
            <c:chart r:id="rId2"/>
          </a:graphicData>
        </a:graphic>
      </p:graphicFrame>
      <p:graphicFrame>
        <p:nvGraphicFramePr>
          <p:cNvPr name="Chart 6" id="6"/>
          <p:cNvGraphicFramePr>
            <a:graphicFrameLocks noGrp="true"/>
          </p:cNvGraphicFramePr>
          <p:nvPr/>
        </p:nvGraphicFramePr>
        <p:xfrm>
          <a:off x="6248400" y="1168400"/>
          <a:ext cx="5461000" cy="3302000"/>
        </p:xfrm>
        <a:graphic>
          <a:graphicData uri="http://schemas.openxmlformats.org/drawingml/2006/chart">
            <c:chart r:id="rId3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