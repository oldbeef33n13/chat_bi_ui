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GMV 趋势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APP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120.0</c:v>
              </c:pt>
              <c:pt idx="1">
                <c:v>132.0</c:v>
              </c:pt>
              <c:pt idx="2">
                <c:v>146.0</c:v>
              </c:pt>
            </c:numLit>
          </c:val>
        </c:ser>
        <c:ser>
          <c:idx val="1"/>
          <c:order val="1"/>
          <c:tx>
            <c:v>Web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82.0</c:v>
              </c:pt>
              <c:pt idx="1">
                <c:v>90.0</c:v>
              </c:pt>
              <c:pt idx="2">
                <c:v>98.0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month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gmv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渠道占比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gmv</c:v>
          </c:tx>
          <c:cat>
            <c:strLit>
              <c:ptCount val="2"/>
              <c:pt idx="0">
                <c:v>APP</c:v>
              </c:pt>
              <c:pt idx="1">
                <c:v>Web</c:v>
              </c:pt>
            </c:strLit>
          </c:cat>
          <c:val>
            <c:numLit>
              <c:ptCount val="2"/>
              <c:pt idx="0">
                <c:v>146.0</c:v>
              </c:pt>
              <c:pt idx="1">
                <c:v>98.0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Relationship Id="rId3" Target="../charts/chart2.xml" Type="http://schemas.openxmlformats.org/officeDocument/2006/relationships/char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季度经营增长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457200" y="304800"/>
            <a:ext cx="457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800" b="true">
                <a:solidFill>
                  <a:srgbClr val="1F2937"/>
                </a:solidFill>
                <a:ea typeface="Source Sans 3"/>
              </a:rPr>
              <a:t>季度经营增长</a:t>
            </a:r>
          </a:p>
        </p:txBody>
      </p:sp>
      <p:graphicFrame>
        <p:nvGraphicFramePr>
          <p:cNvPr name="Chart 5" id="5"/>
          <p:cNvGraphicFramePr>
            <a:graphicFrameLocks noGrp="true"/>
          </p:cNvGraphicFramePr>
          <p:nvPr/>
        </p:nvGraphicFramePr>
        <p:xfrm>
          <a:off x="457200" y="1168400"/>
          <a:ext cx="5461000" cy="33020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6" id="6"/>
          <p:cNvGraphicFramePr>
            <a:graphicFrameLocks noGrp="true"/>
          </p:cNvGraphicFramePr>
          <p:nvPr/>
        </p:nvGraphicFramePr>
        <p:xfrm>
          <a:off x="6248400" y="1168400"/>
          <a:ext cx="5461000" cy="33020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