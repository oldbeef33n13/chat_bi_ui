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渠道 GMV 趋势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120.0</c:v>
              </c:pt>
              <c:pt idx="1">
                <c:v>132.0</c:v>
              </c:pt>
              <c:pt idx="2">
                <c:v>146.0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82.0</c:v>
              </c:pt>
              <c:pt idx="1">
                <c:v>90.0</c:v>
              </c:pt>
              <c:pt idx="2">
                <c:v>98.0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gmv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季度利润对比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32.0</c:v>
              </c:pt>
              <c:pt idx="1">
                <c:v>36.0</c:v>
              </c:pt>
              <c:pt idx="2">
                <c:v>41.0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19.0</c:v>
              </c:pt>
              <c:pt idx="1">
                <c:v>22.0</c:v>
              </c:pt>
              <c:pt idx="2">
                <c:v>24.0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profit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经营复盘汇报（封页与布局示例） · 封面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#1/3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016000" y="1651000"/>
            <a:ext cx="1016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1F2937"/>
                </a:solidFill>
                <a:ea typeface="Source Sans 3"/>
              </a:rPr>
              <a:t>经营复盘汇报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1016000" y="2857500"/>
            <a:ext cx="10160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200" b="false">
                <a:solidFill>
                  <a:srgbClr val="1F2937"/>
                </a:solidFill>
                <a:latin typeface="Source Sans 3"/>
              </a:rPr>
              <a:t>Q1 Growth Review · Board Version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16000" y="4572000"/>
            <a:ext cx="10160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1F2937"/>
                </a:solidFill>
                <a:ea typeface="Source Sans 3"/>
              </a:rPr>
              <a:t>日期：2026-03-02  |  汇报人：运营分析组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经营复盘汇报（封页与布局示例） · 图表 + 总结（左右布局）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#2/3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457200" y="1168400"/>
          <a:ext cx="5461000" cy="3302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8" id="8"/>
          <p:cNvSpPr txBox="true"/>
          <p:nvPr/>
        </p:nvSpPr>
        <p:spPr>
          <a:xfrm>
            <a:off x="6248400" y="1168400"/>
            <a:ext cx="5461000" cy="330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结论：
1) Q1 收入连续增长，3 月达到峰值。
2) APP 渠道增长更稳健，贡献占比持续提升。
3) 下一阶段建议重点优化 Web 转化链路。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经营复盘汇报（封页与布局示例） · 图表 + 总结（上下布局）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#3/3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1016000" y="1168400"/>
          <a:ext cx="10160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8" id="8"/>
          <p:cNvSpPr txBox="true"/>
          <p:nvPr/>
        </p:nvSpPr>
        <p:spPr>
          <a:xfrm>
            <a:off x="1016000" y="4191000"/>
            <a:ext cx="10160000" cy="203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总结：
- 利润结构较健康，APP 渠道利润贡献高于 Web。
- 2 月与 3 月增长趋势明确，适合持续加大高 ROI 投放。
- 建议补充按区域拆分，以支持下一轮预算决策。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