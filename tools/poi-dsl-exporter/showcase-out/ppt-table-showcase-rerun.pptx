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latin typeface="Source Sans 3"/>
              </a:rPr>
              <a:t>PPT Table Showcase · 多级表头与原生合并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#1/1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57200" y="304800"/>
            <a:ext cx="11176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true">
                <a:solidFill>
                  <a:srgbClr val="1F2937"/>
                </a:solidFill>
                <a:ea typeface="Source Sans 3"/>
              </a:rPr>
              <a:t>区域站点质量明细（表头合并 + 数据区合并）</a:t>
            </a:r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457200" y="1066800"/>
          <a:ext cx="11455402" cy="5181600"/>
        </p:xfrm>
        <a:graphic>
          <a:graphicData uri="http://schemas.openxmlformats.org/drawingml/2006/table">
            <a:tbl>
              <a:tblPr/>
              <a:tblGrid>
                <a:gridCol w="1573619"/>
                <a:gridCol w="1835888"/>
                <a:gridCol w="1573619"/>
                <a:gridCol w="1573619"/>
                <a:gridCol w="1573619"/>
                <a:gridCol w="1573619"/>
                <a:gridCol w="1573619"/>
              </a:tblGrid>
              <a:tr h="62230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区域信息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服务质量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告警态势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622300"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站点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可用率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时延(ms)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丢包率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告警总量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P1告警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华东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上海A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9997.00%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12.00%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杭州B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18.00%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16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北京A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9994.00%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22.00%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天津C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9993.00%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24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26.00%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622300">
                <a:tc rowSpan="2"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广州A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9996.00%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19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14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23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深圳B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9995.00%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17.00%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17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