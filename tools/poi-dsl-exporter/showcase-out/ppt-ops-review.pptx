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告警趋势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alarm_count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34.0</c:v>
              </c:pt>
              <c:pt idx="1">
                <c:v>23.0</c:v>
              </c:pt>
              <c:pt idx="2">
                <c:v>27.0</c:v>
              </c:pt>
              <c:pt idx="3">
                <c:v>18.0</c:v>
              </c:pt>
              <c:pt idx="4">
                <c:v>30.0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alarm_count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时延趋势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latency_ms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22.0</c:v>
              </c:pt>
              <c:pt idx="1">
                <c:v>24.0</c:v>
              </c:pt>
              <c:pt idx="2">
                <c:v>27.0</c:v>
              </c:pt>
              <c:pt idx="3">
                <c:v>23.0</c:v>
              </c:pt>
              <c:pt idx="4">
                <c:v>29.0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Latency(ms)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运维复盘汇报 · 运维总览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#1/2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57200" y="330200"/>
            <a:ext cx="4064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800" b="true">
                <a:solidFill>
                  <a:srgbClr val="1F2937"/>
                </a:solidFill>
                <a:ea typeface="Source Sans 3"/>
              </a:rPr>
              <a:t>运维复盘汇报</a:t>
            </a:r>
          </a:p>
        </p:txBody>
      </p:sp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57200" y="1219200"/>
          <a:ext cx="5461000" cy="3175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6248400" y="1219200"/>
          <a:ext cx="5461000" cy="31750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运维复盘汇报 · 行动项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#2/2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508000" y="330200"/>
            <a:ext cx="4064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600" b="true">
                <a:solidFill>
                  <a:srgbClr val="1F2937"/>
                </a:solidFill>
                <a:ea typeface="Source Sans 3"/>
              </a:rPr>
              <a:t>下周行动项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508000" y="1270000"/>
            <a:ext cx="11176000" cy="330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latin typeface="Source Sans 3"/>
              </a:rPr>
              <a:t>1) 关键链路补容
2) 统一告警降噪策略
3) 增加回滚演练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